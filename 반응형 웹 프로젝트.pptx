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29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516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352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29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34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726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18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37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3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92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000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667A1-E8F1-4B41-A3A0-F9312962D87A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E69B0-1DFF-414C-96D5-E3FE5A36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65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483079"/>
            <a:ext cx="9144000" cy="1163578"/>
          </a:xfrm>
        </p:spPr>
        <p:txBody>
          <a:bodyPr/>
          <a:lstStyle/>
          <a:p>
            <a:r>
              <a:rPr lang="ko-KR" altLang="en-US" dirty="0" err="1" smtClean="0"/>
              <a:t>반응형</a:t>
            </a:r>
            <a:r>
              <a:rPr lang="ko-KR" altLang="en-US" dirty="0" smtClean="0"/>
              <a:t> 웹 프로젝트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2359834"/>
            <a:ext cx="9144000" cy="1655762"/>
          </a:xfrm>
        </p:spPr>
        <p:txBody>
          <a:bodyPr/>
          <a:lstStyle/>
          <a:p>
            <a:r>
              <a:rPr lang="en-US" altLang="ko-KR" dirty="0" smtClean="0"/>
              <a:t>HTML</a:t>
            </a:r>
          </a:p>
          <a:p>
            <a:r>
              <a:rPr lang="en-US" altLang="ko-KR" dirty="0" smtClean="0"/>
              <a:t>CSS</a:t>
            </a:r>
          </a:p>
          <a:p>
            <a:r>
              <a:rPr lang="en-US" altLang="ko-KR" dirty="0" smtClean="0"/>
              <a:t>Media Query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256" y="3804651"/>
            <a:ext cx="4517759" cy="267923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913" y="3659703"/>
            <a:ext cx="1902869" cy="296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6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183970"/>
            <a:ext cx="10515600" cy="1325563"/>
          </a:xfrm>
        </p:spPr>
        <p:txBody>
          <a:bodyPr/>
          <a:lstStyle/>
          <a:p>
            <a:r>
              <a:rPr lang="en-US" altLang="ko-KR" dirty="0" smtClean="0"/>
              <a:t>Html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770" y="1803025"/>
            <a:ext cx="5136986" cy="37011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96811" y="1803025"/>
            <a:ext cx="402469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 smtClean="0"/>
              <a:t>그리드는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967px</a:t>
            </a:r>
            <a:r>
              <a:rPr lang="ko-KR" altLang="en-US" sz="1400" dirty="0" smtClean="0"/>
              <a:t>로 잡았고 </a:t>
            </a:r>
            <a:r>
              <a:rPr lang="en-US" altLang="ko-KR" sz="1400" dirty="0" smtClean="0"/>
              <a:t>body</a:t>
            </a:r>
            <a:r>
              <a:rPr lang="ko-KR" altLang="en-US" sz="1400" dirty="0" smtClean="0"/>
              <a:t>에 백그라운드를</a:t>
            </a:r>
            <a:endParaRPr lang="en-US" altLang="ko-KR" sz="1400" dirty="0" smtClean="0"/>
          </a:p>
          <a:p>
            <a:r>
              <a:rPr lang="ko-KR" altLang="en-US" sz="1400" dirty="0" err="1" smtClean="0"/>
              <a:t>그라데이션으로</a:t>
            </a:r>
            <a:r>
              <a:rPr lang="ko-KR" altLang="en-US" sz="1400" dirty="0" smtClean="0"/>
              <a:t> 넣어줬습니다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Html</a:t>
            </a:r>
            <a:r>
              <a:rPr lang="ko-KR" altLang="en-US" sz="1400" dirty="0" smtClean="0"/>
              <a:t>은 크게 </a:t>
            </a:r>
            <a:r>
              <a:rPr lang="en-US" altLang="ko-KR" sz="1400" dirty="0" smtClean="0"/>
              <a:t>header, section, footer</a:t>
            </a:r>
            <a:r>
              <a:rPr lang="ko-KR" altLang="en-US" sz="1400" dirty="0" smtClean="0"/>
              <a:t>영역으로</a:t>
            </a:r>
            <a:endParaRPr lang="en-US" altLang="ko-KR" sz="1400" dirty="0" smtClean="0"/>
          </a:p>
          <a:p>
            <a:r>
              <a:rPr lang="ko-KR" altLang="en-US" sz="1400" dirty="0" smtClean="0"/>
              <a:t>나눠 코드를 작성했습니다</a:t>
            </a:r>
            <a:r>
              <a:rPr lang="en-US" altLang="ko-KR" sz="1400" dirty="0" smtClean="0"/>
              <a:t>.</a:t>
            </a:r>
          </a:p>
          <a:p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811" y="2986608"/>
            <a:ext cx="3682581" cy="241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20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header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23" y="1690688"/>
            <a:ext cx="4851723" cy="29281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33049" y="1768416"/>
            <a:ext cx="482696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</a:t>
            </a:r>
            <a:r>
              <a:rPr lang="en-US" altLang="ko-KR" dirty="0" smtClean="0"/>
              <a:t>eader</a:t>
            </a:r>
            <a:r>
              <a:rPr lang="ko-KR" altLang="en-US" dirty="0" smtClean="0"/>
              <a:t>영역 안에 </a:t>
            </a:r>
            <a:r>
              <a:rPr lang="en-US" altLang="ko-KR" dirty="0" smtClean="0"/>
              <a:t>header </a:t>
            </a:r>
            <a:r>
              <a:rPr lang="ko-KR" altLang="en-US" dirty="0" smtClean="0"/>
              <a:t>제목과 이미지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그리고 </a:t>
            </a:r>
            <a:r>
              <a:rPr lang="en-US" altLang="ko-KR" dirty="0" smtClean="0"/>
              <a:t>menu</a:t>
            </a:r>
            <a:r>
              <a:rPr lang="ko-KR" altLang="en-US" dirty="0" smtClean="0"/>
              <a:t>부분도</a:t>
            </a:r>
            <a:r>
              <a:rPr lang="en-US" altLang="ko-KR" dirty="0"/>
              <a:t> </a:t>
            </a:r>
            <a:r>
              <a:rPr lang="en-US" altLang="ko-KR" dirty="0" smtClean="0"/>
              <a:t>header</a:t>
            </a:r>
            <a:r>
              <a:rPr lang="ko-KR" altLang="en-US" dirty="0" smtClean="0"/>
              <a:t>영역에 포함해서 </a:t>
            </a:r>
            <a:endParaRPr lang="en-US" altLang="ko-KR" dirty="0" smtClean="0"/>
          </a:p>
          <a:p>
            <a:r>
              <a:rPr lang="ko-KR" altLang="en-US" dirty="0" smtClean="0"/>
              <a:t>코드를 작성했습니다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keyvisual</a:t>
            </a:r>
            <a:r>
              <a:rPr lang="en-US" altLang="ko-KR" dirty="0" smtClean="0"/>
              <a:t> class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width height</a:t>
            </a:r>
            <a:r>
              <a:rPr lang="ko-KR" altLang="en-US" dirty="0" smtClean="0"/>
              <a:t>를 잡아 </a:t>
            </a:r>
            <a:endParaRPr lang="en-US" altLang="ko-KR" dirty="0" smtClean="0"/>
          </a:p>
          <a:p>
            <a:r>
              <a:rPr lang="en-US" altLang="ko-KR" dirty="0" smtClean="0"/>
              <a:t>background</a:t>
            </a:r>
            <a:r>
              <a:rPr lang="ko-KR" altLang="en-US" dirty="0" smtClean="0"/>
              <a:t>로 이미지를</a:t>
            </a:r>
            <a:r>
              <a:rPr lang="en-US" altLang="ko-KR" dirty="0"/>
              <a:t> </a:t>
            </a:r>
            <a:r>
              <a:rPr lang="ko-KR" altLang="en-US" dirty="0" smtClean="0"/>
              <a:t>삽입하였습니다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8981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section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04" y="1906438"/>
            <a:ext cx="5513069" cy="32294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06243" y="3059479"/>
            <a:ext cx="39516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Section</a:t>
            </a:r>
            <a:r>
              <a:rPr lang="ko-KR" altLang="en-US" dirty="0" smtClean="0"/>
              <a:t>영역에는 </a:t>
            </a:r>
            <a:r>
              <a:rPr lang="en-US" altLang="ko-KR" dirty="0" err="1" smtClean="0"/>
              <a:t>main_content</a:t>
            </a:r>
            <a:r>
              <a:rPr lang="ko-KR" altLang="en-US" dirty="0" smtClean="0"/>
              <a:t>와</a:t>
            </a:r>
            <a:endParaRPr lang="en-US" altLang="ko-KR" dirty="0" smtClean="0"/>
          </a:p>
          <a:p>
            <a:r>
              <a:rPr lang="en-US" altLang="ko-KR" dirty="0" err="1" smtClean="0"/>
              <a:t>banner_zone</a:t>
            </a:r>
            <a:r>
              <a:rPr lang="ko-KR" altLang="en-US" dirty="0" smtClean="0"/>
              <a:t>영역으로 나누었습니다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0514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footer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2662"/>
            <a:ext cx="9888330" cy="14956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3605842"/>
            <a:ext cx="5905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Footer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adress</a:t>
            </a:r>
            <a:r>
              <a:rPr lang="ko-KR" altLang="en-US" dirty="0" smtClean="0"/>
              <a:t>영역과 </a:t>
            </a:r>
            <a:r>
              <a:rPr lang="en-US" altLang="ko-KR" dirty="0" err="1" smtClean="0"/>
              <a:t>copyrigh</a:t>
            </a:r>
            <a:r>
              <a:rPr lang="ko-KR" altLang="en-US" dirty="0" smtClean="0"/>
              <a:t>영역으로 나누었습니다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755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CSS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18" y="1690688"/>
            <a:ext cx="10041808" cy="18417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5421" y="3737499"/>
            <a:ext cx="951369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Header</a:t>
            </a:r>
            <a:r>
              <a:rPr lang="ko-KR" altLang="en-US" dirty="0" smtClean="0"/>
              <a:t>영역에 </a:t>
            </a:r>
            <a:r>
              <a:rPr lang="en-US" altLang="ko-KR" dirty="0" err="1" smtClean="0"/>
              <a:t>keyvisual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background</a:t>
            </a:r>
            <a:r>
              <a:rPr lang="ko-KR" altLang="en-US" dirty="0" smtClean="0"/>
              <a:t>이미지로 넣었고 </a:t>
            </a:r>
            <a:r>
              <a:rPr lang="en-US" altLang="ko-KR" dirty="0" smtClean="0"/>
              <a:t>menu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li</a:t>
            </a:r>
            <a:r>
              <a:rPr lang="ko-KR" altLang="en-US" dirty="0" smtClean="0"/>
              <a:t>로 잡고 </a:t>
            </a:r>
            <a:r>
              <a:rPr lang="en-US" altLang="ko-KR" dirty="0" smtClean="0"/>
              <a:t>float</a:t>
            </a:r>
            <a:r>
              <a:rPr lang="ko-KR" altLang="en-US" dirty="0" smtClean="0"/>
              <a:t>처리하였다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각 </a:t>
            </a:r>
            <a:r>
              <a:rPr lang="en-US" altLang="ko-KR" dirty="0" smtClean="0"/>
              <a:t>menu</a:t>
            </a:r>
            <a:r>
              <a:rPr lang="ko-KR" altLang="en-US" dirty="0" smtClean="0"/>
              <a:t>의 글자수가 다르므로 좌우 </a:t>
            </a:r>
            <a:r>
              <a:rPr lang="en-US" altLang="ko-KR" dirty="0" smtClean="0"/>
              <a:t>padding</a:t>
            </a:r>
            <a:r>
              <a:rPr lang="ko-KR" altLang="en-US" dirty="0" smtClean="0"/>
              <a:t>을 줘서 간격은 맞췄고 각 </a:t>
            </a:r>
            <a:r>
              <a:rPr lang="ko-KR" altLang="en-US" dirty="0" err="1" smtClean="0"/>
              <a:t>메뉴별로</a:t>
            </a:r>
            <a:r>
              <a:rPr lang="ko-KR" altLang="en-US" dirty="0" smtClean="0"/>
              <a:t> 왼쪽에</a:t>
            </a:r>
            <a:endParaRPr lang="en-US" altLang="ko-KR" dirty="0" smtClean="0"/>
          </a:p>
          <a:p>
            <a:r>
              <a:rPr lang="en-US" altLang="ko-KR" dirty="0" smtClean="0"/>
              <a:t>Margin</a:t>
            </a:r>
            <a:r>
              <a:rPr lang="ko-KR" altLang="en-US" dirty="0" smtClean="0"/>
              <a:t>을 줘서 간격을 띄웠고 </a:t>
            </a:r>
            <a:r>
              <a:rPr lang="ko-KR" altLang="en-US" dirty="0" err="1" smtClean="0"/>
              <a:t>첫번째</a:t>
            </a:r>
            <a:r>
              <a:rPr lang="ko-KR" altLang="en-US" dirty="0" smtClean="0"/>
              <a:t> 메뉴에는 </a:t>
            </a:r>
            <a:r>
              <a:rPr lang="en-US" altLang="ko-KR" dirty="0" smtClean="0"/>
              <a:t>margin</a:t>
            </a:r>
            <a:r>
              <a:rPr lang="ko-KR" altLang="en-US" dirty="0" smtClean="0"/>
              <a:t>을 주지 않았다</a:t>
            </a:r>
            <a:r>
              <a:rPr lang="en-US" altLang="ko-KR" dirty="0"/>
              <a:t>.</a:t>
            </a:r>
            <a:r>
              <a:rPr lang="ko-KR" altLang="en-US" dirty="0" smtClean="0"/>
              <a:t> 그리고</a:t>
            </a:r>
            <a:r>
              <a:rPr lang="en-US" altLang="ko-KR" dirty="0"/>
              <a:t> </a:t>
            </a:r>
            <a:r>
              <a:rPr lang="en-US" altLang="ko-KR" dirty="0" smtClean="0"/>
              <a:t>menu li</a:t>
            </a:r>
            <a:r>
              <a:rPr lang="ko-KR" altLang="en-US" dirty="0" smtClean="0"/>
              <a:t>에</a:t>
            </a:r>
            <a:endParaRPr lang="en-US" altLang="ko-KR" dirty="0" smtClean="0"/>
          </a:p>
          <a:p>
            <a:r>
              <a:rPr lang="en-US" altLang="ko-KR" dirty="0" smtClean="0"/>
              <a:t>line-height</a:t>
            </a:r>
            <a:r>
              <a:rPr lang="ko-KR" altLang="en-US" dirty="0" smtClean="0"/>
              <a:t>를 주어서 </a:t>
            </a:r>
            <a:r>
              <a:rPr lang="en-US" altLang="ko-KR" dirty="0" smtClean="0"/>
              <a:t>menu</a:t>
            </a:r>
            <a:r>
              <a:rPr lang="ko-KR" altLang="en-US" dirty="0" smtClean="0"/>
              <a:t>의 높이를 지정했다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974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CSS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003" y="1502242"/>
            <a:ext cx="10427797" cy="23501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4152404"/>
            <a:ext cx="110485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Section</a:t>
            </a:r>
            <a:r>
              <a:rPr lang="ko-KR" altLang="en-US" dirty="0" smtClean="0"/>
              <a:t>영역은 </a:t>
            </a:r>
            <a:r>
              <a:rPr lang="en-US" altLang="ko-KR" dirty="0" err="1" smtClean="0"/>
              <a:t>main_content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banner</a:t>
            </a:r>
            <a:r>
              <a:rPr lang="ko-KR" altLang="en-US" dirty="0" smtClean="0"/>
              <a:t>부분을 각각 </a:t>
            </a:r>
            <a:r>
              <a:rPr lang="en-US" altLang="ko-KR" dirty="0" err="1" smtClean="0"/>
              <a:t>float:left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float:right</a:t>
            </a:r>
            <a:r>
              <a:rPr lang="en-US" altLang="ko-KR" dirty="0" smtClean="0"/>
              <a:t> </a:t>
            </a:r>
            <a:r>
              <a:rPr lang="ko-KR" altLang="en-US" dirty="0" smtClean="0"/>
              <a:t>처리를 해주어서</a:t>
            </a:r>
            <a:endParaRPr lang="en-US" altLang="ko-KR" dirty="0" smtClean="0"/>
          </a:p>
          <a:p>
            <a:r>
              <a:rPr lang="ko-KR" altLang="en-US" dirty="0" smtClean="0"/>
              <a:t>좌우로 나눴고 </a:t>
            </a:r>
            <a:r>
              <a:rPr lang="ko-KR" altLang="en-US" dirty="0" err="1" smtClean="0"/>
              <a:t>반응형으로</a:t>
            </a:r>
            <a:r>
              <a:rPr lang="ko-KR" altLang="en-US" dirty="0" smtClean="0"/>
              <a:t> 구현하기 위해 </a:t>
            </a:r>
            <a:r>
              <a:rPr lang="en-US" altLang="ko-KR" dirty="0" smtClean="0"/>
              <a:t>width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%</a:t>
            </a:r>
            <a:r>
              <a:rPr lang="ko-KR" altLang="en-US" dirty="0" smtClean="0"/>
              <a:t>로 지정해주었다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이미지의 크기를 고려해</a:t>
            </a:r>
            <a:endParaRPr lang="en-US" altLang="ko-KR" dirty="0" smtClean="0"/>
          </a:p>
          <a:p>
            <a:r>
              <a:rPr lang="en-US" altLang="ko-KR" dirty="0" smtClean="0"/>
              <a:t>banner </a:t>
            </a:r>
            <a:r>
              <a:rPr lang="ko-KR" altLang="en-US" dirty="0" smtClean="0"/>
              <a:t>영역을 </a:t>
            </a:r>
            <a:r>
              <a:rPr lang="en-US" altLang="ko-KR" dirty="0" smtClean="0"/>
              <a:t>200px(</a:t>
            </a:r>
            <a:r>
              <a:rPr lang="ko-KR" altLang="en-US" dirty="0" smtClean="0"/>
              <a:t>이미지 넓이</a:t>
            </a:r>
            <a:r>
              <a:rPr lang="en-US" altLang="ko-KR" dirty="0" smtClean="0"/>
              <a:t>)+20px(</a:t>
            </a:r>
            <a:r>
              <a:rPr lang="ko-KR" altLang="en-US" dirty="0" smtClean="0"/>
              <a:t>양쪽</a:t>
            </a:r>
            <a:r>
              <a:rPr lang="en-US" altLang="ko-KR" dirty="0" smtClean="0"/>
              <a:t> border 10px) </a:t>
            </a:r>
            <a:r>
              <a:rPr lang="ko-KR" altLang="en-US" dirty="0" smtClean="0"/>
              <a:t>으로</a:t>
            </a:r>
            <a:r>
              <a:rPr lang="en-US" altLang="ko-KR" dirty="0"/>
              <a:t> </a:t>
            </a:r>
            <a:r>
              <a:rPr lang="en-US" altLang="ko-KR" dirty="0" smtClean="0"/>
              <a:t>220px</a:t>
            </a:r>
            <a:r>
              <a:rPr lang="ko-KR" altLang="en-US" dirty="0" smtClean="0"/>
              <a:t>로 지정해주었고 </a:t>
            </a:r>
            <a:r>
              <a:rPr lang="en-US" altLang="ko-KR" dirty="0" err="1" smtClean="0"/>
              <a:t>main_conten</a:t>
            </a:r>
            <a:r>
              <a:rPr lang="ko-KR" altLang="en-US" dirty="0" smtClean="0"/>
              <a:t>는 </a:t>
            </a:r>
            <a:endParaRPr lang="en-US" altLang="ko-KR" dirty="0" smtClean="0"/>
          </a:p>
          <a:p>
            <a:r>
              <a:rPr lang="en-US" altLang="ko-KR" dirty="0" smtClean="0"/>
              <a:t>100% - banner</a:t>
            </a:r>
            <a:r>
              <a:rPr lang="ko-KR" altLang="en-US" dirty="0" smtClean="0"/>
              <a:t>넓이 </a:t>
            </a:r>
            <a:r>
              <a:rPr lang="en-US" altLang="ko-KR" dirty="0" smtClean="0"/>
              <a:t>– banner</a:t>
            </a:r>
            <a:r>
              <a:rPr lang="ko-KR" altLang="en-US" dirty="0" smtClean="0"/>
              <a:t>와</a:t>
            </a:r>
            <a:r>
              <a:rPr lang="en-US" altLang="ko-KR" dirty="0" err="1" smtClean="0"/>
              <a:t>main_contents</a:t>
            </a:r>
            <a:r>
              <a:rPr lang="ko-KR" altLang="en-US" dirty="0"/>
              <a:t> </a:t>
            </a:r>
            <a:r>
              <a:rPr lang="ko-KR" altLang="en-US" dirty="0" smtClean="0"/>
              <a:t>사이의 마진</a:t>
            </a:r>
            <a:r>
              <a:rPr lang="en-US" altLang="ko-KR" dirty="0" smtClean="0"/>
              <a:t>(20px) </a:t>
            </a:r>
            <a:r>
              <a:rPr lang="ko-KR" altLang="en-US" dirty="0" smtClean="0"/>
              <a:t>즉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calc</a:t>
            </a:r>
            <a:r>
              <a:rPr lang="en-US" altLang="ko-KR" dirty="0" smtClean="0"/>
              <a:t>(100% - 220px – 20px)</a:t>
            </a:r>
            <a:r>
              <a:rPr lang="ko-KR" altLang="en-US" dirty="0" smtClean="0"/>
              <a:t>로 </a:t>
            </a:r>
            <a:endParaRPr lang="en-US" altLang="ko-KR" dirty="0" smtClean="0"/>
          </a:p>
          <a:p>
            <a:r>
              <a:rPr lang="ko-KR" altLang="en-US" dirty="0" smtClean="0"/>
              <a:t>설정 해주었다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3075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96" y="1535837"/>
            <a:ext cx="9841462" cy="338503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CSS/</a:t>
            </a:r>
            <a:r>
              <a:rPr lang="ko-KR" altLang="en-US" dirty="0" err="1" smtClean="0"/>
              <a:t>반응형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55371" y="4716683"/>
            <a:ext cx="106812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가로 크기가 </a:t>
            </a:r>
            <a:r>
              <a:rPr lang="en-US" altLang="ko-KR" dirty="0" smtClean="0"/>
              <a:t>967px </a:t>
            </a:r>
            <a:r>
              <a:rPr lang="ko-KR" altLang="en-US" dirty="0" smtClean="0"/>
              <a:t>이하가 될 때 </a:t>
            </a:r>
            <a:r>
              <a:rPr lang="en-US" altLang="ko-KR" dirty="0" smtClean="0"/>
              <a:t>wrapper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width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80%</a:t>
            </a:r>
            <a:r>
              <a:rPr lang="ko-KR" altLang="en-US" dirty="0" smtClean="0"/>
              <a:t>로 바꾸어준다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keyvisual</a:t>
            </a:r>
            <a:r>
              <a:rPr lang="ko-KR" altLang="en-US" dirty="0" smtClean="0"/>
              <a:t>의 이미지를 없애고 </a:t>
            </a:r>
            <a:r>
              <a:rPr lang="en-US" altLang="ko-KR" dirty="0" smtClean="0"/>
              <a:t>menu</a:t>
            </a:r>
            <a:r>
              <a:rPr lang="ko-KR" altLang="en-US" dirty="0" smtClean="0"/>
              <a:t>의 각</a:t>
            </a:r>
            <a:r>
              <a:rPr lang="en-US" altLang="ko-KR" dirty="0" smtClean="0"/>
              <a:t>list</a:t>
            </a:r>
            <a:r>
              <a:rPr lang="ko-KR" altLang="en-US" dirty="0" smtClean="0"/>
              <a:t>를 </a:t>
            </a:r>
            <a:r>
              <a:rPr lang="en-US" altLang="ko-KR" dirty="0" err="1" smtClean="0"/>
              <a:t>float:none</a:t>
            </a:r>
            <a:r>
              <a:rPr lang="ko-KR" altLang="en-US" dirty="0" smtClean="0"/>
              <a:t>으로 밑으로 떨어트려준다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또한 </a:t>
            </a:r>
            <a:r>
              <a:rPr lang="en-US" altLang="ko-KR" dirty="0" smtClean="0"/>
              <a:t>width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80%</a:t>
            </a:r>
            <a:r>
              <a:rPr lang="ko-KR" altLang="en-US" dirty="0" smtClean="0"/>
              <a:t>로 바꾸어주고 </a:t>
            </a:r>
            <a:r>
              <a:rPr lang="en-US" altLang="ko-KR" dirty="0" smtClean="0"/>
              <a:t>border</a:t>
            </a:r>
            <a:r>
              <a:rPr lang="ko-KR" altLang="en-US" dirty="0" smtClean="0"/>
              <a:t>를 설정해준다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Section</a:t>
            </a:r>
            <a:r>
              <a:rPr lang="ko-KR" altLang="en-US" dirty="0" smtClean="0"/>
              <a:t>에서는</a:t>
            </a:r>
            <a:r>
              <a:rPr lang="en-US" altLang="ko-KR" dirty="0"/>
              <a:t> </a:t>
            </a:r>
            <a:r>
              <a:rPr lang="en-US" altLang="ko-KR" dirty="0" err="1" smtClean="0"/>
              <a:t>main_content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banner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float:none</a:t>
            </a:r>
            <a:r>
              <a:rPr lang="ko-KR" altLang="en-US" dirty="0" smtClean="0"/>
              <a:t>으로 바꿔줘서 </a:t>
            </a:r>
            <a:r>
              <a:rPr lang="en-US" altLang="ko-KR" dirty="0" smtClean="0"/>
              <a:t>banner</a:t>
            </a:r>
            <a:r>
              <a:rPr lang="ko-KR" altLang="en-US" dirty="0" smtClean="0"/>
              <a:t>를 밑으로 떨어뜨리고 </a:t>
            </a:r>
            <a:endParaRPr lang="en-US" altLang="ko-KR" dirty="0" smtClean="0"/>
          </a:p>
          <a:p>
            <a:r>
              <a:rPr lang="en-US" altLang="ko-KR" dirty="0" smtClean="0"/>
              <a:t>banner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width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100% - 20px</a:t>
            </a:r>
            <a:r>
              <a:rPr lang="ko-KR" altLang="en-US" dirty="0" smtClean="0"/>
              <a:t>로 바꿔서 가로화면에 꽉 </a:t>
            </a:r>
            <a:r>
              <a:rPr lang="ko-KR" altLang="en-US" dirty="0" err="1" smtClean="0"/>
              <a:t>찰수있도록</a:t>
            </a:r>
            <a:r>
              <a:rPr lang="ko-KR" altLang="en-US" dirty="0" smtClean="0"/>
              <a:t> 해준다</a:t>
            </a:r>
            <a:r>
              <a:rPr lang="en-US" altLang="ko-KR" dirty="0" smtClean="0"/>
              <a:t>.  .banner </a:t>
            </a:r>
            <a:r>
              <a:rPr lang="en-US" altLang="ko-KR" dirty="0" err="1" smtClean="0"/>
              <a:t>img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width</a:t>
            </a:r>
            <a:r>
              <a:rPr lang="ko-KR" altLang="en-US" dirty="0" smtClean="0"/>
              <a:t>도 </a:t>
            </a:r>
            <a:endParaRPr lang="en-US" altLang="ko-KR" dirty="0" smtClean="0"/>
          </a:p>
          <a:p>
            <a:r>
              <a:rPr lang="en-US" altLang="ko-KR" dirty="0" smtClean="0"/>
              <a:t>100%</a:t>
            </a:r>
            <a:r>
              <a:rPr lang="ko-KR" altLang="en-US" dirty="0" smtClean="0"/>
              <a:t>로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변경해주어 이미지가 꽉 </a:t>
            </a:r>
            <a:r>
              <a:rPr lang="ko-KR" altLang="en-US" dirty="0" err="1" smtClean="0"/>
              <a:t>찰수있게</a:t>
            </a:r>
            <a:r>
              <a:rPr lang="ko-KR" altLang="en-US" dirty="0" smtClean="0"/>
              <a:t> 해준다</a:t>
            </a:r>
            <a:r>
              <a:rPr lang="en-US" altLang="ko-KR" dirty="0" smtClean="0"/>
              <a:t>. </a:t>
            </a:r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07" y="157128"/>
            <a:ext cx="1902869" cy="296913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9459" y="157128"/>
            <a:ext cx="1925624" cy="362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15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291</Words>
  <Application>Microsoft Office PowerPoint</Application>
  <PresentationFormat>와이드스크린</PresentationFormat>
  <Paragraphs>41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반응형 웹 프로젝트</vt:lpstr>
      <vt:lpstr>Html</vt:lpstr>
      <vt:lpstr>header</vt:lpstr>
      <vt:lpstr>section</vt:lpstr>
      <vt:lpstr>footer</vt:lpstr>
      <vt:lpstr>CSS</vt:lpstr>
      <vt:lpstr>CSS</vt:lpstr>
      <vt:lpstr>CSS/반응형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반응형 웹 프로젝트</dc:title>
  <dc:creator>33092292 010</dc:creator>
  <cp:lastModifiedBy>33092292 010</cp:lastModifiedBy>
  <cp:revision>8</cp:revision>
  <dcterms:created xsi:type="dcterms:W3CDTF">2022-05-25T09:26:14Z</dcterms:created>
  <dcterms:modified xsi:type="dcterms:W3CDTF">2022-05-25T10:26:55Z</dcterms:modified>
</cp:coreProperties>
</file>